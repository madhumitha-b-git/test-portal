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IDP Assess 360</a:t>
            </a:r>
          </a:p>
          <a:p>
            <a:pPr>
              <a:spcBef>
                <a:spcPts val="800"/>
              </a:spcBef>
              <a:defRPr sz="2200">
                <a:solidFill>
                  <a:srgbClr val="2563EB"/>
                </a:solidFill>
              </a:defRPr>
            </a:pPr>
            <a:r>
              <a:t>Enterprise Assessment Portal &amp; AI Proctoring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931920"/>
            <a:ext cx="3017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Core Stack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React 19 Frontend (CloudFront + S3)</a:t>
            </a:r>
            <a:br/>
            <a:r>
              <a:t>FastAPI Serverless (AWS Lambda)</a:t>
            </a:r>
            <a:br/>
            <a:r>
              <a:t>AWS DynamoDB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931920"/>
            <a:ext cx="3017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411480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6-Digit Link ID Generation</a:t>
            </a:r>
            <a:br/>
            <a:r>
              <a:t>Real-Time AI &amp; Browser Proctoring</a:t>
            </a:r>
            <a:br/>
            <a:r>
              <a:t>Session &amp; Position Resumption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931920"/>
            <a:ext cx="3017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4114800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Integration Pipeline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Asynchronous SNS → SQS Auto-Grading</a:t>
            </a:r>
            <a:br/>
            <a:r>
              <a:t>AWS X-Ray Distributed Tracing</a:t>
            </a:r>
            <a:br/>
            <a:r>
              <a:t>100% Passing Unit Test Suites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IDP ASSESS 360 WALKTHROUGH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1. Link Generation &amp; Candidate Flow (Admin → User)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6-Digit Link Generation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Admins create assessment links generating 6-digit Link IDs (e.g. 846764).</a:t>
            </a:r>
            <a:br/>
            <a:r>
              <a:t>• Entry URL: https://d1t6qh90xvpukg.cloudfront.net/846764.</a:t>
            </a:r>
            <a:br/>
            <a:r>
              <a:t>• Root URL access without link ID is restricted.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Case-Insensitive Auth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Email inputs normalized with .trim().toLowerCase() on client &amp; server.</a:t>
            </a:r>
            <a:br/>
            <a:r>
              <a:t>• Prevents 'Account Not Found' login errors caused by mixed casing or trailing 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Session Resumption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Interrupted tests resume at exact question index (currentIndex).</a:t>
            </a:r>
            <a:br/>
            <a:r>
              <a:t>• Elapsed exam time is calculated dynamically from proctoringStartedTime.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IDP ASSESS 360 WALKTHROUGH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2. Real-Time AI Proctoring &amp; Edge Cases (User → Proctoring)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Mandatory Fullscreen Guard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Requires active browser fullscreen mode.</a:t>
            </a:r>
            <a:br/>
            <a:r>
              <a:t>• 15-second grace countdown allows candidate to re-enter.</a:t>
            </a:r>
            <a:br/>
            <a:r>
              <a:t>• Exceeding countdown auto-terminates 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Tab Switch Protection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Monitors window blur &amp; tab changes.</a:t>
            </a:r>
            <a:br/>
            <a:r>
              <a:t>• 15-second return limit (TAB_RETURN_LIMIT_MS = 15000).</a:t>
            </a:r>
            <a:br/>
            <a:r>
              <a:t>• Returning within limit logs warning; exceeding auto-submits exam.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Keyboard &amp; DOM Shield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Blocks right-click context menu.</a:t>
            </a:r>
            <a:br/>
            <a:r>
              <a:t>• Disables Copy/Paste (Ctrl+C, Ctrl+V), Cut (Ctrl+X).</a:t>
            </a:r>
            <a:br/>
            <a:r>
              <a:t>• Disables F12 Developer Tools &amp; View Source (Ctrl+U).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IDP ASSESS 360 WALKTHROUGH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3. Asynchronous Submission &amp; Auto-Grading (SNS/SQS + X-Ray)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Instant Client Submission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Candidate POST /submit writes raw answer sections to DynamoDB.</a:t>
            </a:r>
            <a:br/>
            <a:r>
              <a:t>• API returns instant 200 OK to display the Thank You summary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SNS → SQS Queue Trigger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Submission event published to AWS SNS Topic.</a:t>
            </a:r>
            <a:br/>
            <a:r>
              <a:t>• AWS SQS Queue subscriber receives payload &amp; triggers Grading Worker asynchronously.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017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2880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AWS X-Ray Tracing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Distributed request tracing enabled.</a:t>
            </a:r>
            <a:br/>
            <a:r>
              <a:t>• Tracks API execution latency, DynamoDB writes, and SNS message publishing.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IDP ASSESS 360 WALKTHROUGH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4. Route Protection &amp; Unit Testing (Summary)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4846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Strict URL Protection (App.js)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Unauthenticated Access: Direct URL to /instructions or /thankyou redirects to /.</a:t>
            </a:r>
            <a:br/>
            <a:r>
              <a:t>• Submitted Candidates: Re-logging in or accessing /test or /instructions redirects immediately to /thankyou (shows receipt).</a:t>
            </a:r>
            <a:br/>
            <a:r>
              <a:t>• Active Test Candidates: Accessing /instructions or /thankyou redirects back to /test to preserve progress.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Unit Testing Verification</a:t>
            </a:r>
          </a:p>
          <a:p>
            <a:pPr>
              <a:spcBef>
                <a:spcPts val="1200"/>
              </a:spcBef>
              <a:defRPr sz="1300">
                <a:solidFill>
                  <a:srgbClr val="334155"/>
                </a:solidFill>
              </a:defRPr>
            </a:pPr>
            <a:r>
              <a:t>• Backend Testing (Python unittest):</a:t>
            </a:r>
            <a:br/>
            <a:r>
              <a:t>  - 9 / 9 Tests PASSING cleanly.</a:t>
            </a:r>
            <a:br/>
            <a:r>
              <a:t>  - Covers Pydantic schemas, email lowercasing, duplicate registration, and API handlers.</a:t>
            </a:r>
            <a:br/>
            <a:br/>
            <a:r>
              <a:t>• Frontend Testing (Jest / React Testing Library):</a:t>
            </a:r>
            <a:br/>
            <a:r>
              <a:t>  - 3 / 3 Tests PASSING cleanly.</a:t>
            </a:r>
            <a:br/>
            <a:r>
              <a:t>  - Covers UI rendering, checkbox state toggling, and route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MSIP_Label_465701e2-5599-4d58-8e8c-e99a94fb4ea2_Enabled">
    <vt:lpwstr>True</vt:lpwstr>
  </property>
  <property fmtid="{D5CDD505-2E9C-101B-9397-08002B2CF9AE}" pid="3" name="MSIP_Label_465701e2-5599-4d58-8e8c-e99a94fb4ea2_SiteId">
    <vt:lpwstr>c0c7ad79-cf13-4f39-8eeb-a1829aa096a6</vt:lpwstr>
  </property>
  <property fmtid="{D5CDD505-2E9C-101B-9397-08002B2CF9AE}" pid="4" name="MSIP_Label_465701e2-5599-4d58-8e8c-e99a94fb4ea2_SetDate">
    <vt:lpwstr>2026-08-09T19:13:41Z</vt:lpwstr>
  </property>
  <property fmtid="{D5CDD505-2E9C-101B-9397-08002B2CF9AE}" pid="5" name="MSIP_Label_465701e2-5599-4d58-8e8c-e99a94fb4ea2_Name">
    <vt:lpwstr>Internal</vt:lpwstr>
  </property>
  <property fmtid="{D5CDD505-2E9C-101B-9397-08002B2CF9AE}" pid="6" name="MSIP_Label_465701e2-5599-4d58-8e8c-e99a94fb4ea2_ActionId">
    <vt:lpwstr>f963c79e-ba9a-48fc-b950-143208bb2fa4</vt:lpwstr>
  </property>
  <property fmtid="{D5CDD505-2E9C-101B-9397-08002B2CF9AE}" pid="7" name="MSIP_Label_465701e2-5599-4d58-8e8c-e99a94fb4ea2_Removed">
    <vt:lpwstr>False</vt:lpwstr>
  </property>
  <property fmtid="{D5CDD505-2E9C-101B-9397-08002B2CF9AE}" pid="8" name="MSIP_Label_465701e2-5599-4d58-8e8c-e99a94fb4ea2_Extended_MSFT_Method">
    <vt:lpwstr>Standard</vt:lpwstr>
  </property>
  <property fmtid="{D5CDD505-2E9C-101B-9397-08002B2CF9AE}" pid="9" name="Sensitivity">
    <vt:lpwstr>Internal</vt:lpwstr>
  </property>
</Properties>
</file>